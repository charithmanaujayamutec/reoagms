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(0:00–0:08): Good morning. We are presenting REOAGMS, a platform that monitors and maintains renewable energy assets in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(0:08–0:33): REOAGMS is six Spring Boot microservices behind one API gateway, connected by RabbitMQ events, each with its own PostgreSQL database. I sign in as the administrator, and this is the control room with live data. Nemal will show where it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Nemal (0:33–1:00): Thank you, Charith. The Asset Service owns the registry: five facilities, eleven assets and thirty-two sensors. Lists are searched and paged on the server, and every form is validated, so a blank name is rejected. Govindu will show these assets producing live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Govindu (1:00–1:49): Thanks, Nemal. The Monitoring Service receives a reading from every sensor and checks it against our alert rules. This tile is a live sensor and the dashed line is its threshold. The simulator has just injected a fault, and here is the alert, instantly. One alert is stored, one event goes to RabbitMQ, and the browser is updated over WebSocket. That same event is now reaching Thurunu.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Thurunu (1:49–2:38): Yes. The Maintenance Service received the same event and, because the severity is high, it opened a corrective work order by itself. Here it is on the board. I assign a technician, start the work and complete it. Each step is its own endpoint, and the finished job is saved to the maintenance history. Yasiru will show how people are informed.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Yasiru (2:38–3:27): The Notification Service read the same alert from its own RabbitMQ queue. In this history, the in-app push was delivered instantly, and every email attempt is stored with its status, retry count and reason. A scheduler retries up to three times, I can retry any message here, and failing messages go to a dead-letter queue, so nothing is lost. Sachinthana will turn all this into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Sachinthana (3:27–4:16): The Analytics Service calls the other services over REST and never touches their databases. For this facility it integrates average power into kilowatt-hours for each hour, and calculates availability, efficiency and capacity factor. I generate an energy report for the last day and export it as CSV for management. Nemal will show who is allowed to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Nemal (4:16–4:38): Access is enforced at the gateway, and five roles carry different rights. I sign in as the executive: there are no action buttons, and the API itself refuses any write. Charith will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Charith (4:38–4:54): Grafana shows platform health from Prometheus across all seven services. Sixty tests protect the services, and one docker compose command starts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members (4:54–5:00): Thank you. We are happy to take your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8229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5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EC8208  ·  SOFTWARE ARCHITECTURE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REOAGMS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Renewable Energy Operations, Asset and Grid Management System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77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Charith  ·  Nemal  ·  Govindu  ·  Thurunu  ·  Yasiru  ·  Sachinthana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3434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Department of Electrical and Information Engineering  ·  University of Ruhuna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· CHARITH · ARCHITECTURE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gateway, six independent services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·  0:08–0:33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console  ·  nginx  ·  live updates over WebSocket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A102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Gateway  ·  JWT validation  ·  role policy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Identity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908048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908048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Asset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908048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67456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267456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Monitoring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3267456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626864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26864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626864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5986272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986272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Notification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986272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345680" y="2788920"/>
            <a:ext cx="1249680" cy="777240"/>
          </a:xfrm>
          <a:prstGeom prst="roundRect">
            <a:avLst>
              <a:gd name="adj" fmla="val 9412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45680" y="2834640"/>
            <a:ext cx="124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Analytics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7345680" y="3200400"/>
            <a:ext cx="1249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3749040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121B33"/>
          </a:solidFill>
          <a:ln w="9525">
            <a:solidFill>
              <a:srgbClr val="A3E635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3749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RabbitMQ events  ·  Redis cache  ·  Prometheus and Grafana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Console: sign in, Control room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· NEMAL · ASSET SERVICE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registry every service relies on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·  0:33–1:00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642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102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Facility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84832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0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types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30480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32232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22320" y="16642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Asset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322320" y="2084832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types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8216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6096000" y="1600200"/>
            <a:ext cx="249936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096000" y="1664208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Sensor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096000" y="2084832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metrics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· 11 · 32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facilities · assets · sensors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32232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Server-side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and paging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09600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Validated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form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Assets page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· GOVINDU · MONITORING SERVICE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a sensor reading to an instant alert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·  1:00–1:49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102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0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few seconds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Rule check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Alert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per asset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RabbitMQ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16,000+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readings stored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32232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rules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9600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s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Redis cached dashboard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monitoring page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· THURUNU · MAINTENANCE SERVICE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Faults become tracked work automatically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 ·  1:49–2:38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102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Alert event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0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or critical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order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created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Technician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assigned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Completed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history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 clicks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open a corrective order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32232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technicians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9600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order per asset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Maintenance board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· YASIRU · NOTIFICATION SERVICE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alert delivered and recorded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 ·  2:38–3:27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102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Queue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0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durable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Consumer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check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Channels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· push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History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Instant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in-app push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32232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retries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9600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100%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deliveries recorded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Notifications page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 · SACHINTHANA · ANALYTICS SERVICE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Trustworthy energy figures and reports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 ·  3:27–4:16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A102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 APIs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0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only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235458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262890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2890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Calculation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2890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to kWh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43484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70916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stored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15100" y="17830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6789420" y="1600200"/>
            <a:ext cx="1805940" cy="914400"/>
          </a:xfrm>
          <a:prstGeom prst="roundRect">
            <a:avLst>
              <a:gd name="adj" fmla="val 8000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89420" y="1664208"/>
            <a:ext cx="1805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CSV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789420" y="2084832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kWh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integrated from power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32232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2232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3200" dirty="0"/>
          </a:p>
        </p:txBody>
      </p:sp>
      <p:sp>
        <p:nvSpPr>
          <p:cNvPr id="27" name="Text 24"/>
          <p:cNvSpPr txBox="1"/>
          <p:nvPr/>
        </p:nvSpPr>
        <p:spPr>
          <a:xfrm>
            <a:off x="332232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 with targets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096000" y="2926080"/>
            <a:ext cx="249936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96000" y="3017520"/>
            <a:ext cx="249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+ 5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096000" y="365760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energy and performance reports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page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 · NEMAL · SECURITY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roles, enforced at the gateway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 ·  4:16–4:38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5544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15544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Everything, users and audit log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0116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0116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Operations Manager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566160" y="2011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Assets, rules, work orders, reports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24688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4688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Plant Operator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3566160" y="24688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and handle alerts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29260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29260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Maintenance Engineer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29260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and complete work orders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1B33"/>
          </a:solidFill>
          <a:ln w="9525">
            <a:solidFill>
              <a:srgbClr val="2431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338328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Executive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566160" y="33832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dashboards and reports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sign-in, read-only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 · CHARITH · OPERATIONS AND QUALITY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858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Observable, tested, one command to run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EC8208 Software Architecture  ·  University of Ruhuna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4754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 ·  4:38–4:54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180594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</a:t>
            </a:r>
            <a:endParaRPr lang="en-US" sz="4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methods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628900" y="1828800"/>
            <a:ext cx="180594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2890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4600" dirty="0"/>
          </a:p>
        </p:txBody>
      </p:sp>
      <p:sp>
        <p:nvSpPr>
          <p:cNvPr id="12" name="Text 9"/>
          <p:cNvSpPr txBox="1"/>
          <p:nvPr/>
        </p:nvSpPr>
        <p:spPr>
          <a:xfrm>
            <a:off x="262890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 monitored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09160" y="1828800"/>
            <a:ext cx="180594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0916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19</a:t>
            </a:r>
            <a:endParaRPr lang="en-US" sz="46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789420" y="1828800"/>
            <a:ext cx="1805940" cy="0"/>
          </a:xfrm>
          <a:prstGeom prst="line">
            <a:avLst/>
          </a:prstGeom>
          <a:noFill/>
          <a:ln w="12700">
            <a:solidFill>
              <a:srgbClr val="24314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89420" y="1965960"/>
            <a:ext cx="18059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A3E63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4600" dirty="0"/>
          </a:p>
        </p:txBody>
      </p:sp>
      <p:sp>
        <p:nvSpPr>
          <p:cNvPr id="18" name="Text 15"/>
          <p:cNvSpPr txBox="1"/>
          <p:nvPr/>
        </p:nvSpPr>
        <p:spPr>
          <a:xfrm>
            <a:off x="6789420" y="2834640"/>
            <a:ext cx="1805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 to start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315968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121B33"/>
          </a:solidFill>
          <a:ln w="9525">
            <a:solidFill>
              <a:srgbClr val="22D3E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3232" y="43159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indent="0" marL="0">
              <a:buNone/>
            </a:pPr>
            <a:r>
              <a:rPr lang="en-US" sz="1100" dirty="0">
                <a:solidFill>
                  <a:srgbClr val="F1F5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Grafana platform health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55448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1F5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297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B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REOAGMS  ·  EC8208 Software Architecture  ·  University of Ruhuna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University of Ruhuna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REOAGMS: Team Presentation</dc:title>
  <dc:subject>PptxGenJS Presentation</dc:subject>
  <dc:creator>REOAGMS project team</dc:creator>
  <cp:lastModifiedBy>REOAGMS project team</cp:lastModifiedBy>
  <cp:revision>1</cp:revision>
  <dcterms:created xsi:type="dcterms:W3CDTF">2026-10-28T19:54:30Z</dcterms:created>
  <dcterms:modified xsi:type="dcterms:W3CDTF">2026-10-28T19:54:30Z</dcterms:modified>
</cp:coreProperties>
</file>